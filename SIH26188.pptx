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920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SIH26188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Fake Identity &amp; Document Screening System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Codeholics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50000" y="150000"/>
            <a:ext cx="8000000" cy="1143000"/>
          </a:xfrm>
        </p:spPr>
        <p:txBody>
          <a:bodyPr/>
          <a:lstStyle/>
          <a:p>
            <a:pPr eaLnBrk="1" hangingPunct="1"/>
            <a:r>
              <a:rPr lang="en-US" sz="28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AeroShield</a:t>
            </a: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-AI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44882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55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Codeholics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396E6A-EBDD-9447-45E9-0CB6E1D1F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9657"/>
            <a:ext cx="12192000" cy="4325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55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Codeholics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0F8BEC-BF1D-5577-7F28-ED257568C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0" y="1095375"/>
            <a:ext cx="11941446" cy="52909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0437" y="1694123"/>
            <a:ext cx="1163156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Feasibility – High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Uses existing technologies like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OCR, face recognition, biometrics, MongoDB, and Random Forest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Can be developed using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Python,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 React, and OpenCV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Can integrate with airport databases through APIs.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Viability – High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Reduces manual identity verification time.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Helps detect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identity mismatches, document tampering, and suspicious records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Provides 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risk score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help officers make faster decisions.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Can be scaled to multiple airports and integrated with existing security systems. 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956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Codeholics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153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Codeholics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F2AF61-A7DB-7FE5-4C7F-D05656D53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359451"/>
            <a:ext cx="12192000" cy="600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54311"/>
            <a:ext cx="11075646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ICAO Doc 9303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Standards for secure machine-readable travel documents.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ICAO TRIP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Biometric-based traveller identification and verification.</a:t>
            </a:r>
          </a:p>
          <a:p>
            <a:pPr lvl="0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Tesseract OCR Research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Automated text extraction from identity documents.</a:t>
            </a:r>
          </a:p>
          <a:p>
            <a:pPr lvl="0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Random Forest (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Breiman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 2001)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ML classification for risk prediction.</a:t>
            </a:r>
          </a:p>
          <a:p>
            <a:pPr lvl="0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ICAO PKD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Electronic passport authenticity and digital-signature verification.</a:t>
            </a: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Technologies: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OCR • Face Recognition • Biometrics • Random Forest • MongoDB • Document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153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Codeholics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8247</TotalTime>
  <Words>389</Words>
  <Application>Microsoft Office PowerPoint</Application>
  <PresentationFormat>Widescreen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AeroShield-AI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BUDDEPU RAJESH</cp:lastModifiedBy>
  <cp:revision>149</cp:revision>
  <dcterms:created xsi:type="dcterms:W3CDTF">2013-12-12T18:46:50Z</dcterms:created>
  <dcterms:modified xsi:type="dcterms:W3CDTF">2026-09-11T17:25:00Z</dcterms:modified>
  <cp:category/>
</cp:coreProperties>
</file>